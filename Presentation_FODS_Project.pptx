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7317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Profile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3017520"/>
            <a:ext cx="22860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 of Data Science | UFCFK1-15-0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711844"/>
            <a:ext cx="7315200" cy="751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Tutor: Saurav Gautam  |  Year: 2025/2026</a:t>
            </a:r>
          </a:p>
          <a:p>
            <a:pPr marL="0" indent="0">
              <a:buNone/>
            </a:pPr>
            <a:endParaRPr lang="en-US" sz="1300" dirty="0">
              <a:solidFill>
                <a:srgbClr val="8EAAC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8E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by: </a:t>
            </a:r>
            <a:r>
              <a:rPr lang="en-US" sz="1300" dirty="0" err="1">
                <a:solidFill>
                  <a:srgbClr val="8E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Shahjida</a:t>
            </a:r>
            <a:r>
              <a:rPr lang="en-US" sz="1300" dirty="0">
                <a:solidFill>
                  <a:srgbClr val="8E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Khatun, Shivani </a:t>
            </a:r>
            <a:r>
              <a:rPr lang="en-US" sz="1300" dirty="0" err="1">
                <a:solidFill>
                  <a:srgbClr val="8E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Giri</a:t>
            </a:r>
            <a:r>
              <a:rPr lang="en-US" sz="1300" dirty="0">
                <a:solidFill>
                  <a:srgbClr val="8E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dirty="0" err="1">
                <a:solidFill>
                  <a:srgbClr val="8E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Aayushna</a:t>
            </a:r>
            <a:r>
              <a:rPr lang="en-US" sz="1300" dirty="0">
                <a:solidFill>
                  <a:srgbClr val="8E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8E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Chapagain</a:t>
            </a:r>
            <a:r>
              <a:rPr lang="en-US" sz="1300" dirty="0">
                <a:solidFill>
                  <a:srgbClr val="8E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dirty="0" err="1">
                <a:solidFill>
                  <a:srgbClr val="8E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Praptee</a:t>
            </a:r>
            <a:r>
              <a:rPr lang="en-US" sz="1300" dirty="0">
                <a:solidFill>
                  <a:srgbClr val="8E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Dewan</a:t>
            </a:r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Python-based Student Profile Management System that handles: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personal information management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Examination data (5 subjects per student)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Extracurricular activities (ECA) tracking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(Admin / Student)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Analytics Dashboard with charts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29260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Design &amp; OOP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463040"/>
          </a:xfrm>
          <a:prstGeom prst="rect">
            <a:avLst/>
          </a:prstGeom>
          <a:solidFill>
            <a:srgbClr val="2E86A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(Base)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Name, Age, Address, Phone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560320" cy="1463040"/>
          </a:xfrm>
          <a:prstGeom prst="rect">
            <a:avLst/>
          </a:prstGeom>
          <a:solidFill>
            <a:srgbClr val="27AE6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Inherits Person + Grades, ECA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560320" cy="1463040"/>
          </a:xfrm>
          <a:prstGeom prst="rect">
            <a:avLst/>
          </a:prstGeom>
          <a:solidFill>
            <a:srgbClr val="E74C3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Inherits Person + Full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2560320" cy="1463040"/>
          </a:xfrm>
          <a:prstGeom prst="rect">
            <a:avLst/>
          </a:prstGeom>
          <a:solidFill>
            <a:srgbClr val="8E44A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DataManager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Load/Save files, Authentication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3017520"/>
            <a:ext cx="2560320" cy="1463040"/>
          </a:xfrm>
          <a:prstGeom prst="rect">
            <a:avLst/>
          </a:prstGeom>
          <a:solidFill>
            <a:srgbClr val="F39C1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AnalyticsEngine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703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&amp; Insights (matplotlib)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017520"/>
            <a:ext cx="2560320" cy="1463040"/>
          </a:xfrm>
          <a:prstGeom prst="rect">
            <a:avLst/>
          </a:prstGeom>
          <a:solidFill>
            <a:srgbClr val="16A08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FileHandler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703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Read/Write/Append with exceptions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Storage (Text Files)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2057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users.txt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ID, Name, Age, Address, Phone, Role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grades.txt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ID, Math, Physics, Programming, English, DS, Semester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eca.txt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ID, Activity1; Activity2; Activity3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passwords.txt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Username, Password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Features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Add/Update/Delete students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grades &amp; ECA records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students summary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 (6 charts)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alerts &amp; ranking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Features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personal profile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own information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exam grades &amp; average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ECA participation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Analytics: Subject Averages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5303520" cy="32004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4800"/>
            <a:ext cx="5303520" cy="91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3600" y="91440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showing average marks per subject across all students.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has the highest average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has the lowest average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matplotlib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Analytics: ECA Impact &amp; Distribution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297680" cy="256032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14400"/>
            <a:ext cx="4297680" cy="2560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 with trend line shows correlation between ECA involvement and academic performance. Box plot reveals grade distribution spread per subject.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Implementation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9728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097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programming language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09728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691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Classes, Inheritance, Encapsulation, Polymorphism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09728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86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Handling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2860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Read/Write to .txt files with exception handling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09728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880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chart types for analytics dashboard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09728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3474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calculations and data processing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109728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69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Handling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4069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Try-except throughout for robustness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29000" y="3840480"/>
            <a:ext cx="22860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UFCFK1-15-0 | Fundamentals of Data Science | 2025/2026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353</Words>
  <Application>Microsoft Macintosh PowerPoint</Application>
  <PresentationFormat>On-screen Show (16:9)</PresentationFormat>
  <Paragraphs>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Profile Management System</dc:title>
  <dc:subject>PptxGenJS Presentation</dc:subject>
  <dc:creator>Student</dc:creator>
  <cp:lastModifiedBy>Microsoft Office User</cp:lastModifiedBy>
  <cp:revision>2</cp:revision>
  <dcterms:created xsi:type="dcterms:W3CDTF">2026-04-10T05:20:25Z</dcterms:created>
  <dcterms:modified xsi:type="dcterms:W3CDTF">2026-04-19T09:21:18Z</dcterms:modified>
</cp:coreProperties>
</file>